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BB19-744D-1814-82FC-CE2B0403E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3844D-9554-7288-D14B-64803A42A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DEEFA-2C8F-FDA0-6AEE-F00DA7D10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A18CC-4518-4BB3-0D64-CF98BCB19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F207E-5B80-53C2-8BE8-AA378186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284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F5A5C-D5F6-8006-04B8-D4327155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FEAA4-05FA-8868-E3BF-C6AA4A6F6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3260-AE63-8576-FBCF-AC2F73CC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B1916-323F-6C32-2AE1-5BB689EC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6AF19-D1B1-EA05-E03B-086D8D88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44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36C37-06D6-FFB1-EEF9-6C185FA34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6E5BB-54A0-3BCD-F683-C062E6C3D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5D85B-F7CB-77D2-8C68-81DD2A7C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D4D47-ECBA-8673-E7BA-0783AD90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7A1C3-D3F0-E248-87B6-FB2D74D0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1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2C1D1-1355-D860-5C8D-160320D29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29428-795C-2EB1-EDB8-86562CAE6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064EB-C54B-CB17-DBC5-26F3B010A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983E0-B3D6-005D-00A5-51EAC826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4FC10-59F3-6142-20AF-E28DCAE94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955F4-4528-7091-7383-E868303CA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04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4844-6206-E3B1-E42F-60DF1F11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389CF-640F-2568-F630-8F0EFD6D0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897C1-E211-29A4-E629-26FF545AA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E4584-674E-C448-CEB1-507C93565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C4AF7B-0244-1A35-0E0B-9886CD6808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1D044B-A436-B397-BFEE-D4EB7AC3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F7F2B8-8549-F569-7C5F-F462F7A1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3BA4D-CF7E-0C3E-242F-EAB00194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1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15EF-9FD0-C4A2-9578-31404484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AE789-BB05-183C-66EA-C02584BB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A59A-F8A5-1A7A-AF5A-69CFAE34B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FB88F-0341-C9D9-D21A-30630A0F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4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F6165-7C8C-C7AD-3381-B98706B9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85A88F-331E-348D-5A47-3A276ADB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25619-1A95-E175-F559-94A3F599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82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522A-2ADB-FC12-0DF7-FA14DFDD4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66E-2A0D-6A72-2BF6-5182CA87D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D16F8-3874-6A46-AD0F-A47400451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3E370-2215-94CB-9FD2-946FC0E58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3E4CD-D162-1EBB-9405-ACC959EBA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090C-F32E-E6A2-B4C1-A8C4A9702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770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7D60-DC8A-34C9-A6C0-8A0703D2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188943-8EDD-9E8D-E059-AC9EC7884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68DC5-F08F-043C-B3BA-3A2716C55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FE425-051D-D5CC-45B5-C6B81134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F04B1-FD29-FB65-B929-4C2652CDD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F60BA-C3D0-67B2-2252-4188E4E2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587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C6A4-789D-985E-3A3F-BD68B660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E676B-5B88-FDC7-F608-8D3BEC2E5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6F413-F4A2-49FF-FA3F-E6CF1D52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35F24-3B55-1C8F-FB27-E30298D8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6AA7-D9D2-CCD4-83C2-AAFE84308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21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DF987-4726-D62C-1632-94922309FC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8AE3A9-530A-60B0-D312-7DD0E186A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59B1A-6C7C-9EC2-7AF2-A6F427F6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6F6E1-CBF7-8184-9AF7-868F71FD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E64F3-09E6-B4AF-4DB7-1024DAD45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740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A21805-7101-290D-14AD-90687FDD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74535-D41C-43A2-BD46-D4698C3C5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A591B-8FA3-5C10-97D0-F94CE4D205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CE475-705D-4D88-87A6-45164A2BBF3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F8D7F-6EDD-E7A1-0485-42F7D21D8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FA77A-3342-3BE9-E172-245150651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1D777-E887-4A51-ADC0-5493A783C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7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68C11F-448B-933C-A5D5-87F4F6733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10" y="553064"/>
            <a:ext cx="10235380" cy="575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86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6F3CFA-A82D-BF94-A233-D7B0A52D6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04" y="554293"/>
            <a:ext cx="10482991" cy="57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84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8A714F-4C05-E882-2234-9D9E98417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26" y="523568"/>
            <a:ext cx="10530348" cy="58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9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032197-B6AD-752C-A972-409C3AA1D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78" y="430162"/>
            <a:ext cx="9950244" cy="599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34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621306-5694-A860-B333-0DB532CC5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626" y="671051"/>
            <a:ext cx="9920748" cy="551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56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88D9E-5D15-F886-8726-1F6A2AFA3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55" y="425244"/>
            <a:ext cx="10451690" cy="600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6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933D60-E60C-0732-B5FA-879AF6717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08" y="365022"/>
            <a:ext cx="10220184" cy="612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10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36E874-FFFC-2AC8-178A-9BDF65F97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13" y="479322"/>
            <a:ext cx="10294374" cy="589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86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9BC1A0-C663-5B61-12AD-50CDB24BE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7" y="418715"/>
            <a:ext cx="11041626" cy="602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0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6C94E-5830-1446-3117-405F2CC8C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71" y="400664"/>
            <a:ext cx="10441858" cy="605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80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C5F3B4-3017-11E0-0494-5047E6E79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71" y="161698"/>
            <a:ext cx="10137058" cy="653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062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5BBD47-5D65-A322-0F0B-F44C84474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001" y="235565"/>
            <a:ext cx="10127997" cy="638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76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FFC187-DEEC-0181-AD96-B25F86E8E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90" y="372965"/>
            <a:ext cx="10491019" cy="611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83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D2DB88-C61F-EE97-B19E-91044859A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5" y="356419"/>
            <a:ext cx="9665110" cy="614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30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18CDF4-2E15-0C54-C0DC-B8757D621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96" y="414634"/>
            <a:ext cx="10304207" cy="602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68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Debarghya Ghosh</dc:creator>
  <cp:lastModifiedBy>Debarghya Ghosh</cp:lastModifiedBy>
  <cp:revision>2</cp:revision>
  <dcterms:created xsi:type="dcterms:W3CDTF">2026-02-01T20:43:32Z</dcterms:created>
  <dcterms:modified xsi:type="dcterms:W3CDTF">2026-02-02T05:09:12Z</dcterms:modified>
</cp:coreProperties>
</file>